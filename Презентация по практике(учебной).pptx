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11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80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09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66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94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44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85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2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93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222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78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3945E-E665-4392-A886-82D840F7BCF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8FC16-040A-475A-8B60-87582F9BBD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02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модулей программного обеспечения «ГИБДД»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Останин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Глеб Сергеевич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22П-1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Руководители практики от колледжа:</a:t>
            </a:r>
          </a:p>
          <a:p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Пентин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Николай Сергеевич;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Махнёв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Анатольевич; Седов Алексей Сергеевич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281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Закрепление практических навыков разработки модулей ПО для компьютерных систем на примере автоматизации деятельности подразделений ГИБДД.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десктопного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приложения «ГИБДД» (учет ТС, водителей, нарушений).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мобильного приложения «ГИБДД» (.NET MAUI) для оперативного доступа к данным о ДТП.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управления авиапарком «AMONIC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Airlines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БД (MS SQL,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внешними источниками (CSV).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13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47116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Разработано мобильное приложение для инспектора на платформе .NET MAUI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форма для оперативного ввода данных о новом происшествии.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главного экрана: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списка ДТП в виде ленты.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Цветовая индикация серьезности происшествия (зеленый/желтый/красный — в зависимости от количества жертв).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даты, классификации и числа участников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Логическое разделение на блоки (дата, участники, ТС, место).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динамического добавления участников.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Указание количества жертв.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 для комментариев.</a:t>
            </a:r>
          </a:p>
          <a:p>
            <a:pPr lvl="1"/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43138" y="365125"/>
            <a:ext cx="2974687" cy="3120837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433945" y="3851333"/>
            <a:ext cx="3919855" cy="264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0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770418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Модуль администрирования системы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AMONIC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Airlines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авторизации с проверкой учетных данных.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просмотра пользователей с фильтрацией по ролям.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ролей и добавление новых пользователей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(пароль,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521007" y="128760"/>
            <a:ext cx="3362960" cy="190119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2029950"/>
            <a:ext cx="3656330" cy="222885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9845704" y="2213134"/>
            <a:ext cx="2266950" cy="178816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9321829" y="4258800"/>
            <a:ext cx="2790825" cy="253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9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255029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Созданы Библиотеки классо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для инспектора ГИБДД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98158" y="767397"/>
            <a:ext cx="3863975" cy="211645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744854" y="3589251"/>
            <a:ext cx="4521200" cy="26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496098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Описание:</a:t>
            </a:r>
            <a:r>
              <a:rPr lang="ru-RU" dirty="0"/>
              <a:t> Интерфейс для работы инспектора ГИБДД.</a:t>
            </a:r>
          </a:p>
          <a:p>
            <a:pPr marL="0" indent="0">
              <a:buNone/>
            </a:pPr>
            <a:r>
              <a:rPr lang="ru-RU" b="1" dirty="0"/>
              <a:t>Функции:</a:t>
            </a:r>
            <a:endParaRPr lang="ru-RU" dirty="0"/>
          </a:p>
          <a:p>
            <a:pPr lvl="1"/>
            <a:r>
              <a:rPr lang="ru-RU" dirty="0"/>
              <a:t>Поиск ТС по VIN или </a:t>
            </a:r>
            <a:r>
              <a:rPr lang="ru-RU" dirty="0" err="1"/>
              <a:t>госномеру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Отображение информации о владельце и статусе ВУ.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43135" y="448469"/>
            <a:ext cx="4374515" cy="261937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01555" y="3667269"/>
            <a:ext cx="4316095" cy="258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87848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Разработана обобщенная блок-схема алгоритма работы приложения (от авторизации до редактирования записей).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Отладка: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Использовались точки останова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окна наблюдения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профилировщик SQL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 модуль автоматизированного тестирования, покрывающий основные сценарии (авторизация, поиск записей).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558309" y="365125"/>
            <a:ext cx="5210175" cy="211518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7000903" y="2950065"/>
            <a:ext cx="432498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825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«Разработка модулей программного обеспечения «ГИБДД»</vt:lpstr>
      <vt:lpstr>День 1</vt:lpstr>
      <vt:lpstr>День 2</vt:lpstr>
      <vt:lpstr>День 3</vt:lpstr>
      <vt:lpstr>День 4</vt:lpstr>
      <vt:lpstr>День 5</vt:lpstr>
      <vt:lpstr>День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«Разработка модулей программного обеспечения «ГИБДД»</dc:title>
  <dc:creator>User</dc:creator>
  <cp:lastModifiedBy>User</cp:lastModifiedBy>
  <cp:revision>2</cp:revision>
  <dcterms:created xsi:type="dcterms:W3CDTF">2026-03-12T16:25:32Z</dcterms:created>
  <dcterms:modified xsi:type="dcterms:W3CDTF">2026-03-12T16:27:24Z</dcterms:modified>
</cp:coreProperties>
</file>